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12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901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AI-Driven Operational Risk Intelligence Pipeline</a:t>
            </a:r>
            <a:br>
              <a:rPr lang="en-US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392129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/>
              <a:t>Detecting Emerging Operational Risks from External Signals and Internal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68238"/>
            <a:ext cx="5509200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 dirty="0"/>
              <a:t>Problem</a:t>
            </a:r>
            <a:endParaRPr lang="en-US" dirty="0"/>
          </a:p>
          <a:p>
            <a:pPr lvl="1">
              <a:defRPr sz="1600"/>
            </a:pPr>
            <a:r>
              <a:rPr lang="en-US" dirty="0"/>
              <a:t>Operational disruptions often appear first in public signals.</a:t>
            </a:r>
          </a:p>
          <a:p>
            <a:pPr lvl="1">
              <a:defRPr sz="1600"/>
            </a:pPr>
            <a:r>
              <a:rPr lang="en-US" dirty="0"/>
              <a:t>Risk teams often discover issues after outages occur.</a:t>
            </a:r>
          </a:p>
          <a:p>
            <a:pPr lvl="1">
              <a:defRPr sz="1600"/>
            </a:pPr>
            <a:r>
              <a:rPr lang="en-US" dirty="0"/>
              <a:t>Executives lack visibility into emerging operational risks.</a:t>
            </a:r>
          </a:p>
          <a:p>
            <a:pPr>
              <a:defRPr sz="1800"/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3745014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 dirty="0"/>
              <a:t>Solution</a:t>
            </a:r>
          </a:p>
          <a:p>
            <a:pPr lvl="1">
              <a:defRPr sz="1600"/>
            </a:pPr>
            <a:r>
              <a:rPr dirty="0"/>
              <a:t>Collect external incident signals from cybersecurity and news sources.</a:t>
            </a:r>
          </a:p>
          <a:p>
            <a:pPr lvl="1">
              <a:defRPr sz="1600"/>
            </a:pPr>
            <a:r>
              <a:rPr dirty="0"/>
              <a:t>Cluster related incidents into operational risk scenarios.</a:t>
            </a:r>
          </a:p>
          <a:p>
            <a:pPr lvl="1">
              <a:defRPr sz="1600"/>
            </a:pPr>
            <a:r>
              <a:rPr dirty="0"/>
              <a:t>Generate structured risk candidates with scoring.</a:t>
            </a:r>
          </a:p>
          <a:p>
            <a:pPr lvl="1">
              <a:defRPr sz="1600"/>
            </a:pPr>
            <a:r>
              <a:rPr dirty="0"/>
              <a:t>Enrich signals with internal outage data.</a:t>
            </a:r>
          </a:p>
          <a:p>
            <a:pPr lvl="1">
              <a:defRPr sz="1600"/>
            </a:pPr>
            <a:r>
              <a:rPr dirty="0"/>
              <a:t>Produce executive dashboards showing risks, evidence, and trends.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140" y="5832267"/>
            <a:ext cx="85200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 dirty="0"/>
              <a:t>Pipeline Overview</a:t>
            </a:r>
          </a:p>
          <a:p>
            <a:pPr lvl="1">
              <a:defRPr sz="1600"/>
            </a:pPr>
            <a:r>
              <a:rPr sz="1400" dirty="0"/>
              <a:t>External Signals → Incident Clustering → Risk Candidates → Enrichment → Executive Reports → Dashboards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3769"/>
            <a:ext cx="8229600" cy="1675031"/>
          </a:xfrm>
        </p:spPr>
        <p:txBody>
          <a:bodyPr>
            <a:normAutofit fontScale="90000"/>
          </a:bodyPr>
          <a:lstStyle/>
          <a:p>
            <a:r>
              <a:rPr lang="en-US" dirty="0"/>
              <a:t>AI Operational Risk Intelligence Architecture</a:t>
            </a:r>
            <a:br>
              <a:rPr lang="en-US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External Intelligence Sources</a:t>
            </a:r>
          </a:p>
          <a:p>
            <a:pPr lvl="1">
              <a:defRPr sz="1800"/>
            </a:pPr>
            <a:r>
              <a:rPr sz="1600" dirty="0"/>
              <a:t>News feeds, cybersecurity reports, threat intelligence</a:t>
            </a:r>
          </a:p>
          <a:p>
            <a:pPr lvl="1">
              <a:defRPr sz="1800"/>
            </a:pPr>
            <a:r>
              <a:rPr sz="1600" dirty="0"/>
              <a:t>↓</a:t>
            </a:r>
          </a:p>
          <a:p>
            <a:pPr lvl="1">
              <a:defRPr sz="1800"/>
            </a:pPr>
            <a:r>
              <a:rPr sz="1600" dirty="0"/>
              <a:t>Evidence Cache (EvidenceCache.csv)</a:t>
            </a:r>
          </a:p>
          <a:p>
            <a:pPr lvl="1">
              <a:defRPr sz="1800"/>
            </a:pPr>
            <a:r>
              <a:rPr sz="1600" dirty="0"/>
              <a:t>↓</a:t>
            </a:r>
          </a:p>
          <a:p>
            <a:pPr lvl="1">
              <a:defRPr sz="1800"/>
            </a:pPr>
            <a:r>
              <a:rPr sz="1600" dirty="0"/>
              <a:t>Incident Clustering Engine (ClusterIncidents.py)</a:t>
            </a:r>
          </a:p>
          <a:p>
            <a:pPr lvl="1">
              <a:defRPr sz="1800"/>
            </a:pPr>
            <a:r>
              <a:rPr sz="1600" dirty="0"/>
              <a:t>↓</a:t>
            </a:r>
          </a:p>
          <a:p>
            <a:pPr lvl="1">
              <a:defRPr sz="1800"/>
            </a:pPr>
            <a:r>
              <a:rPr sz="1600" dirty="0"/>
              <a:t>Risk Candidate Generator (GenerateRiskCandidates.py)</a:t>
            </a:r>
          </a:p>
          <a:p>
            <a:pPr lvl="1">
              <a:defRPr sz="1800"/>
            </a:pPr>
            <a:r>
              <a:rPr sz="1600" dirty="0"/>
              <a:t>↓</a:t>
            </a:r>
          </a:p>
          <a:p>
            <a:pPr lvl="1">
              <a:defRPr sz="1800"/>
            </a:pPr>
            <a:r>
              <a:rPr sz="1600" dirty="0"/>
              <a:t>Risk Enrichment (Internal outages and scoring)</a:t>
            </a:r>
          </a:p>
          <a:p>
            <a:pPr lvl="1">
              <a:defRPr sz="1800"/>
            </a:pPr>
            <a:r>
              <a:rPr sz="1600" dirty="0"/>
              <a:t>↓</a:t>
            </a:r>
          </a:p>
          <a:p>
            <a:pPr lvl="1">
              <a:defRPr sz="1800"/>
            </a:pPr>
            <a:r>
              <a:rPr sz="1600" dirty="0"/>
              <a:t>Executive Risk Reports</a:t>
            </a:r>
          </a:p>
          <a:p>
            <a:pPr lvl="1">
              <a:defRPr sz="1800"/>
            </a:pPr>
            <a:r>
              <a:rPr sz="1600" dirty="0"/>
              <a:t>↓</a:t>
            </a:r>
          </a:p>
          <a:p>
            <a:pPr lvl="1">
              <a:defRPr sz="1800"/>
            </a:pPr>
            <a:r>
              <a:rPr sz="1600" dirty="0"/>
              <a:t>Dashboard Datasets (</a:t>
            </a:r>
            <a:r>
              <a:rPr sz="1600" dirty="0" err="1"/>
              <a:t>Dashboard_Risks</a:t>
            </a:r>
            <a:r>
              <a:rPr sz="1600" dirty="0"/>
              <a:t>, </a:t>
            </a:r>
            <a:r>
              <a:rPr sz="1600" dirty="0" err="1"/>
              <a:t>Dashboard_RiskEvidence</a:t>
            </a:r>
            <a:r>
              <a:rPr sz="1600" dirty="0"/>
              <a:t>, </a:t>
            </a:r>
            <a:r>
              <a:rPr sz="1600" dirty="0" err="1"/>
              <a:t>Dashboard_RiskTrends</a:t>
            </a:r>
            <a:r>
              <a:rPr sz="1600" dirty="0"/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176</Words>
  <Application>Microsoft Office PowerPoint</Application>
  <PresentationFormat>On-screen Show (4:3)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AI-Driven Operational Risk Intelligence Pipeline </vt:lpstr>
      <vt:lpstr>AI Operational Risk Intelligence Architecture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Gale Irvin</cp:lastModifiedBy>
  <cp:revision>2</cp:revision>
  <dcterms:created xsi:type="dcterms:W3CDTF">2013-01-27T09:14:16Z</dcterms:created>
  <dcterms:modified xsi:type="dcterms:W3CDTF">2026-03-25T00:08:52Z</dcterms:modified>
  <cp:category/>
</cp:coreProperties>
</file>